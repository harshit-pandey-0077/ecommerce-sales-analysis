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57" r:id="rId7"/>
    <p:sldId id="260" r:id="rId8"/>
    <p:sldId id="269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3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6/30/2026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Sales Data Analysis Report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of performance, trends, and insights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Library Used :-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 dirty="0"/>
              <a:t>Matplotlib → to generate charts (bar, line, pie, etc.) and save them as images</a:t>
            </a:r>
          </a:p>
          <a:p>
            <a:r>
              <a:rPr lang="en-US" sz="3200" dirty="0"/>
              <a:t>Pandas → to handle and analyze your dataset before plotting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479" y="1175085"/>
            <a:ext cx="7781544" cy="2772076"/>
          </a:xfrm>
        </p:spPr>
        <p:txBody>
          <a:bodyPr>
            <a:noAutofit/>
          </a:bodyPr>
          <a:lstStyle/>
          <a:p>
            <a:r>
              <a:rPr lang="en-US" sz="2800" dirty="0"/>
              <a:t>Columns included:- 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Order ID , Order Date, Customer Name, Customer Segment, Country, Region, Product Category, Product Name, Quantity, Unit Price, Discount, Total Sales, Shipping, Profit, Payment Method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Rows: Each represents a transaction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76" y="865415"/>
            <a:ext cx="7781544" cy="859055"/>
          </a:xfrm>
        </p:spPr>
        <p:txBody>
          <a:bodyPr/>
          <a:lstStyle/>
          <a:p>
            <a:r>
              <a:rPr lang="en-IN" dirty="0"/>
              <a:t>Key Metrics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DDBE65-9AB1-4989-AF86-726591A6A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314700"/>
            <a:ext cx="6803136" cy="1805940"/>
          </a:xfrm>
        </p:spPr>
        <p:txBody>
          <a:bodyPr>
            <a:normAutofit/>
          </a:bodyPr>
          <a:lstStyle/>
          <a:p>
            <a:r>
              <a:rPr lang="en-US" dirty="0"/>
              <a:t>Total Sales: </a:t>
            </a:r>
            <a:r>
              <a:rPr lang="en-US" dirty="0" err="1"/>
              <a:t>df</a:t>
            </a:r>
            <a:r>
              <a:rPr lang="en-US" dirty="0"/>
              <a:t>["Total Sales“ ].sum()</a:t>
            </a:r>
          </a:p>
          <a:p>
            <a:r>
              <a:rPr lang="en-US" dirty="0"/>
              <a:t>Total Profit: </a:t>
            </a:r>
            <a:r>
              <a:rPr lang="en-US" dirty="0" err="1"/>
              <a:t>df</a:t>
            </a:r>
            <a:r>
              <a:rPr lang="en-US" dirty="0"/>
              <a:t>["Profit"].sum()</a:t>
            </a:r>
          </a:p>
          <a:p>
            <a:r>
              <a:rPr lang="en-US" dirty="0"/>
              <a:t>Average Discount: </a:t>
            </a:r>
            <a:r>
              <a:rPr lang="en-US" dirty="0" err="1"/>
              <a:t>df</a:t>
            </a:r>
            <a:r>
              <a:rPr lang="en-US" dirty="0"/>
              <a:t>["Discount"].mean()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0728" y="1763486"/>
            <a:ext cx="10940143" cy="3069771"/>
          </a:xfrm>
        </p:spPr>
        <p:txBody>
          <a:bodyPr/>
          <a:lstStyle/>
          <a:p>
            <a:r>
              <a:rPr lang="en-US" dirty="0"/>
              <a:t>Sales by Region:-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Bar chart showing sales per region (from matplotlib)</a:t>
            </a: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CD37D6-FE32-48E3-A3AD-F07BE6A19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3200400"/>
            <a:ext cx="9704615" cy="2859313"/>
          </a:xfrm>
        </p:spPr>
        <p:txBody>
          <a:bodyPr/>
          <a:lstStyle/>
          <a:p>
            <a:r>
              <a:rPr lang="en-US" b="1" dirty="0"/>
              <a:t>Conclusion:- 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Highlight best-performing regions and categories</a:t>
            </a:r>
            <a:br>
              <a:rPr lang="en-US" dirty="0"/>
            </a:br>
            <a:r>
              <a:rPr lang="en-US" dirty="0"/>
              <a:t>Suggest focus areas for growth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17</TotalTime>
  <Words>161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Trade Gothic LT Pro</vt:lpstr>
      <vt:lpstr>Trebuchet MS</vt:lpstr>
      <vt:lpstr>Office Theme</vt:lpstr>
      <vt:lpstr>Sales Data Analysis Report</vt:lpstr>
      <vt:lpstr>Library Used :-</vt:lpstr>
      <vt:lpstr>Columns included:-   Order ID , Order Date, Customer Name, Customer Segment, Country, Region, Product Category, Product Name, Quantity, Unit Price, Discount, Total Sales, Shipping, Profit, Payment Method</vt:lpstr>
      <vt:lpstr>Key Metrics</vt:lpstr>
      <vt:lpstr>Sales by Region:-  Bar chart showing sales per region (from matplotlib)</vt:lpstr>
      <vt:lpstr>Conclusion:-   Highlight best-performing regions and categories Suggest focus areas for growth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Pandey</dc:creator>
  <cp:lastModifiedBy>Harshit Pandey</cp:lastModifiedBy>
  <cp:revision>1</cp:revision>
  <dcterms:created xsi:type="dcterms:W3CDTF">2026-06-30T12:42:07Z</dcterms:created>
  <dcterms:modified xsi:type="dcterms:W3CDTF">2026-06-30T12:59:19Z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